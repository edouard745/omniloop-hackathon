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486400" cy="5486400"/>
          </a:xfrm>
          <a:prstGeom prst="ellipse">
            <a:avLst/>
          </a:prstGeom>
          <a:solidFill>
            <a:srgbClr val="00D9A5">
              <a:alpha val="12000"/>
            </a:srgbClr>
          </a:solidFill>
          <a:ln w="12700">
            <a:solidFill>
              <a:srgbClr val="00D9A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3657600" cy="3657600"/>
          </a:xfrm>
          <a:prstGeom prst="ellipse">
            <a:avLst/>
          </a:prstGeom>
          <a:solidFill>
            <a:srgbClr val="00D9A5">
              <a:alpha val="8000"/>
            </a:srgbClr>
          </a:solidFill>
          <a:ln w="12700">
            <a:solidFill>
              <a:srgbClr val="00D9A5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57200"/>
            <a:ext cx="1005840" cy="274320"/>
          </a:xfrm>
          <a:prstGeom prst="rect">
            <a:avLst/>
          </a:prstGeom>
          <a:solidFill>
            <a:srgbClr val="00D9A5">
              <a:alpha val="20000"/>
            </a:srgbClr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57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OmniLoop</a:t>
            </a:r>
            <a:endParaRPr lang="en-US" sz="64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2926080" cy="64008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77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 circulaire intégrée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7772400" cy="1280160"/>
          </a:xfrm>
          <a:prstGeom prst="rect">
            <a:avLst/>
          </a:prstGeom>
          <a:solidFill>
            <a:srgbClr val="161C26"/>
          </a:solidFill>
          <a:ln w="12700">
            <a:solidFill>
              <a:srgbClr val="00D9A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5468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D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départ d'un salarié laisse derrière lui des milliers d'euros de matériel IT et textile qui disparaissent dans les limbes administratifs.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Alternants · Mars 2026  |  Coach : Claire Carmen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47472" cy="347472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1645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se passe vraiment lors d'un offboarding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solidFill>
            <a:srgbClr val="0F1923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68680"/>
            <a:ext cx="54864" cy="685800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· Sarah, 38 ans — DRH dans un grand groupe français (5 000 employés, 300 départs/an)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2697480" cy="301752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3736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901952"/>
            <a:ext cx="1371600" cy="384048"/>
          </a:xfrm>
          <a:prstGeom prst="rect">
            <a:avLst/>
          </a:prstGeom>
          <a:solidFill>
            <a:srgbClr val="0F192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019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450K€/an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financière massive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01752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départ = équipements IT non récupérés. Sur 300 départs/an à 1 500€/employé, c'est 450 000€ qui s'évaporent.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18688" y="1737360"/>
            <a:ext cx="2697480" cy="301752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737360"/>
            <a:ext cx="26974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55848" y="1901952"/>
            <a:ext cx="1371600" cy="384048"/>
          </a:xfrm>
          <a:prstGeom prst="rect">
            <a:avLst/>
          </a:prstGeom>
          <a:solidFill>
            <a:srgbClr val="0F1923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19019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2t textile/an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55848" y="24231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environnemental ignoré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55848" y="301752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Uniformes et EPI jetés faute de filière dédiée. Les logos ne sont pas détruits sécurisément. Aucune traçabilité RSE.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71616" y="1737360"/>
            <a:ext cx="2697480" cy="301752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1737360"/>
            <a:ext cx="2697480" cy="54864"/>
          </a:xfrm>
          <a:prstGeom prst="rect">
            <a:avLst/>
          </a:prstGeom>
          <a:solidFill>
            <a:srgbClr val="8B9AB4"/>
          </a:solidFill>
          <a:ln w="12700">
            <a:solidFill>
              <a:srgbClr val="8B9A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08776" y="1901952"/>
            <a:ext cx="1371600" cy="384048"/>
          </a:xfrm>
          <a:prstGeom prst="rect">
            <a:avLst/>
          </a:prstGeom>
          <a:solidFill>
            <a:srgbClr val="0F1923"/>
          </a:solidFill>
          <a:ln w="12700">
            <a:solidFill>
              <a:srgbClr val="8B9A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19019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donnée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08776" y="24231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visibilité RSE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08776" y="301752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DAF et DRH pilotent à l'aveugle. Pas de reporting, pas de tableau de bord, impossible de justifier les engagements ESG.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00D9A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aider les DRH à transformer chaque offboarding en levier d'économie circulaire, mesurable et sans friction ?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47472" cy="347472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1645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OmniLoop — plateforme SaaS de logistique circulaire intégrée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68680"/>
            <a:ext cx="54864" cy="640080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s'autofinance : les économies sur le matériel IT paient le recyclage textile. ROI positif dès le 1er mois.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1965960" cy="306324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91640"/>
            <a:ext cx="1965960" cy="548640"/>
          </a:xfrm>
          <a:prstGeom prst="rect">
            <a:avLst/>
          </a:prstGeom>
          <a:solidFill>
            <a:srgbClr val="0F1923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" y="235000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Offboarding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31546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Déclenchement SSH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 à chaque départ.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Recensement complet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équipements.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87168" y="1691640"/>
            <a:ext cx="1965960" cy="306324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87168" y="1691640"/>
            <a:ext cx="1965960" cy="548640"/>
          </a:xfrm>
          <a:prstGeom prst="rect">
            <a:avLst/>
          </a:prstGeom>
          <a:solidFill>
            <a:srgbClr val="0F1923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596896" y="235000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96896" y="31546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interne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réemploi. Les équipes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réservent avant d'acheter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neuf.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8576" y="1691640"/>
            <a:ext cx="1965960" cy="306324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8576" y="1691640"/>
            <a:ext cx="1965960" cy="548640"/>
          </a:xfrm>
          <a:prstGeom prst="rect">
            <a:avLst/>
          </a:prstGeom>
          <a:solidFill>
            <a:srgbClr val="0F1923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718304" y="235000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Recyclage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Certifié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18304" y="31546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partenaires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destruction logo +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recyclage 95% du textile.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fourni.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29984" y="1691640"/>
            <a:ext cx="1965960" cy="306324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29984" y="1691640"/>
            <a:ext cx="1965960" cy="548640"/>
          </a:xfrm>
          <a:prstGeom prst="rect">
            <a:avLst/>
          </a:prstGeom>
          <a:solidFill>
            <a:srgbClr val="0F1923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9984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839712" y="235000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 &amp; ROI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39712" y="31546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en temps réel,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par département,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CSRD généré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OmniLoop = Offboarding + Réemploi + Recyclage + Reporting   →   Tout en un seul outil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47472" cy="347472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1645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modules intégrés — zéro friction pour les équipes RH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2706624" cy="182880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54864" cy="1828800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241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1 890 kg CO₂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1481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évité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737360"/>
            <a:ext cx="2286000" cy="274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762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globaux en temps réel : CO₂ évité, économies, équipements réaffectés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18688" y="914400"/>
            <a:ext cx="2706624" cy="182880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914400"/>
            <a:ext cx="54864" cy="1828800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0241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01568" y="1481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01568" y="1737360"/>
            <a:ext cx="2286000" cy="274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Offboarding Trigger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01568" y="21762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Déclenché automatiquement via SSH. Recensement équipements + uniformes en 1 clic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71616" y="914400"/>
            <a:ext cx="2706624" cy="182880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71616" y="914400"/>
            <a:ext cx="54864" cy="1828800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0241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achats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54496" y="1481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évités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54496" y="1737360"/>
            <a:ext cx="2286000" cy="274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Interne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54496" y="21762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articles disponibles cette semaine. Réservation directe avant achat neuf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944368"/>
            <a:ext cx="2706624" cy="182880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944368"/>
            <a:ext cx="54864" cy="1828800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05409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87/100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48640" y="35112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score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3767328"/>
            <a:ext cx="2286000" cy="274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8587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Départements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206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économie circulaire 0-100 par département pour créer une saine émulation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18688" y="2944368"/>
            <a:ext cx="2706624" cy="182880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18688" y="2944368"/>
            <a:ext cx="54864" cy="1828800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01568" y="305409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401568" y="35112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01568" y="3767328"/>
            <a:ext cx="2286000" cy="274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38587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Partenaires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01568" y="4206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 de centres de recyclage textiles certifiés partout en France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71616" y="2944368"/>
            <a:ext cx="2706624" cy="182880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71616" y="2944368"/>
            <a:ext cx="54864" cy="1828800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305409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+2 611%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254496" y="35112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net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54496" y="3767328"/>
            <a:ext cx="2286000" cy="274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4496" y="38587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ROI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54496" y="4206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d'économies et d'impact carbone selon taille et turnover de l'entreprise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47472" cy="347472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1645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hybride SaaS + performance — s'autofinance dès le 1er mois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2697480" cy="2011680"/>
          </a:xfrm>
          <a:prstGeom prst="rect">
            <a:avLst/>
          </a:prstGeom>
          <a:solidFill>
            <a:srgbClr val="161C26"/>
          </a:solidFill>
          <a:ln w="12700">
            <a:solidFill>
              <a:srgbClr val="00D9A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2697480" cy="64008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155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SaaS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5727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499 €/mois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30352" y="221284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plateforme complète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entreprise cliente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18688" y="914400"/>
            <a:ext cx="2697480" cy="2011680"/>
          </a:xfrm>
          <a:prstGeom prst="rect">
            <a:avLst/>
          </a:prstGeom>
          <a:solidFill>
            <a:srgbClr val="161C2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91440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1155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15727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383280" y="221284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achats évités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grâce au catalogue interne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71616" y="914400"/>
            <a:ext cx="2697480" cy="2011680"/>
          </a:xfrm>
          <a:prstGeom prst="rect">
            <a:avLst/>
          </a:prstGeom>
          <a:solidFill>
            <a:srgbClr val="161C26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914400"/>
            <a:ext cx="269748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1155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Recyclage Textile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36208" y="15727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kg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236208" y="221284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du recyclage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certifié des uniformes/EPI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108960"/>
            <a:ext cx="8412480" cy="59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089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mensuelle pour 1 client (300 employés, 6% turnover) 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31089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2 634 € / mois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8412480" cy="91440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931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292 500 €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008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Économies annuelles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(5 000 employés)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87752" y="3931920"/>
            <a:ext cx="27432" cy="7772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24912" y="3931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17 400 kg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724912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évité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72584" y="3931920"/>
            <a:ext cx="27432" cy="7772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3931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mois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09744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pour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l'outil s'autofinance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57416" y="3931920"/>
            <a:ext cx="27432" cy="7772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94576" y="3931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+2 611%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94576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net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annualisé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47472" cy="347472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1645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Concurrentiel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OmniLoop : la seule solution tout-en-un sur le marché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914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Réemploi 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60520" y="914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Recyclage Textile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77840" y="914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RSE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95160" y="9144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6035040" cy="274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508760"/>
            <a:ext cx="2194560" cy="658368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5087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SIRH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(Workday, SAP)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160020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60520" y="160020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77840" y="160020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160020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" y="2313432"/>
            <a:ext cx="2194560" cy="658368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1343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Sociétés de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recyclage textile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240487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60520" y="240487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240487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240487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5760" y="3118104"/>
            <a:ext cx="2194560" cy="658368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1810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IT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 Market...)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320954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160520" y="320954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77840" y="320954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320954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65760" y="3922776"/>
            <a:ext cx="2194560" cy="658368"/>
          </a:xfrm>
          <a:prstGeom prst="rect">
            <a:avLst/>
          </a:prstGeom>
          <a:solidFill>
            <a:srgbClr val="0F1923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922776"/>
            <a:ext cx="54864" cy="658368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2277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OmniLoop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0" y="401421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160520" y="401421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77840" y="401421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95160" y="401421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0F1923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8280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clé  ·  OmniLoop est la seule solution qui ferme la boucle IT + Textile + RSE en un seul outil natif.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347472" cy="347472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1645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14 · 11 alternants issus des plus grandes entreprises françaises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1371600" cy="169164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051560"/>
            <a:ext cx="65836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" y="182880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Edouard LOUAMOU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83464" y="22402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91640" y="914400"/>
            <a:ext cx="1371600" cy="169164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9112" y="1051560"/>
            <a:ext cx="65836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46504" y="182880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Dufailly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46504" y="22402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Sanofi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54680" y="914400"/>
            <a:ext cx="1371600" cy="169164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02152" y="1051560"/>
            <a:ext cx="658368" cy="658368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9544" y="182880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Julien AUBRUN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09544" y="22402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ITGA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17720" y="914400"/>
            <a:ext cx="1371600" cy="169164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65192" y="1051560"/>
            <a:ext cx="65836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72584" y="182880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Anais LATEB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72584" y="22402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80760" y="914400"/>
            <a:ext cx="1371600" cy="169164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28232" y="1051560"/>
            <a:ext cx="65836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35624" y="182880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Uzair TINNIN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35624" y="22402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543800" y="914400"/>
            <a:ext cx="1371600" cy="169164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91272" y="1051560"/>
            <a:ext cx="65836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598664" y="182880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 Romagny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598664" y="22402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Energies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60120" y="2834640"/>
            <a:ext cx="1371600" cy="169164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07592" y="2971800"/>
            <a:ext cx="65836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07592" y="2971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14984" y="374904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Clément BILOT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14984" y="416052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423160" y="2834640"/>
            <a:ext cx="1371600" cy="169164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70632" y="2971800"/>
            <a:ext cx="658368" cy="6583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70632" y="2971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478024" y="374904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Assia Belmokhtar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478024" y="416052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886200" y="2834640"/>
            <a:ext cx="1371600" cy="169164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33672" y="2971800"/>
            <a:ext cx="658368" cy="6583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33672" y="2971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941064" y="374904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Mathilde Lebé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941064" y="416052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349240" y="2834640"/>
            <a:ext cx="1371600" cy="169164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96712" y="2971800"/>
            <a:ext cx="658368" cy="6583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96712" y="2971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404104" y="374904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AGNAOU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404104" y="416052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812280" y="2834640"/>
            <a:ext cx="1371600" cy="1691640"/>
          </a:xfrm>
          <a:prstGeom prst="rect">
            <a:avLst/>
          </a:prstGeom>
          <a:solidFill>
            <a:srgbClr val="161C26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59752" y="2971800"/>
            <a:ext cx="65836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59752" y="2971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867144" y="3749040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BIHL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867144" y="416052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291840" y="4617720"/>
            <a:ext cx="2560320" cy="384048"/>
          </a:xfrm>
          <a:prstGeom prst="rect">
            <a:avLst/>
          </a:prstGeom>
          <a:solidFill>
            <a:srgbClr val="0F1923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91840" y="4617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· Claire Carmen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00D9A5">
              <a:alpha val="12000"/>
            </a:srgbClr>
          </a:solidFill>
          <a:ln w="12700">
            <a:solidFill>
              <a:srgbClr val="00D9A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OmniLoop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Fermons la boucle. Ensemble.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97480" cy="1188720"/>
          </a:xfrm>
          <a:prstGeom prst="rect">
            <a:avLst/>
          </a:prstGeom>
          <a:solidFill>
            <a:srgbClr val="161C26"/>
          </a:solidFill>
          <a:ln w="12700">
            <a:solidFill>
              <a:srgbClr val="00D9A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916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+2 611%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la 1ère année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600200"/>
            <a:ext cx="2697480" cy="1188720"/>
          </a:xfrm>
          <a:prstGeom prst="rect">
            <a:avLst/>
          </a:prstGeom>
          <a:solidFill>
            <a:srgbClr val="161C26"/>
          </a:solidFill>
          <a:ln w="12700">
            <a:solidFill>
              <a:srgbClr val="00D9A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16916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1 850 kg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55848" y="23957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CO₂ évité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71616" y="1600200"/>
            <a:ext cx="2697480" cy="1188720"/>
          </a:xfrm>
          <a:prstGeom prst="rect">
            <a:avLst/>
          </a:prstGeom>
          <a:solidFill>
            <a:srgbClr val="161C26"/>
          </a:solidFill>
          <a:ln w="12700">
            <a:solidFill>
              <a:srgbClr val="00D9A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08776" y="16916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mois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08776" y="23957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s'autofinancer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8412480" cy="1143000"/>
          </a:xfrm>
          <a:prstGeom prst="rect">
            <a:avLst/>
          </a:prstGeom>
          <a:solidFill>
            <a:srgbClr val="161C26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017520"/>
            <a:ext cx="8412480" cy="64008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Rejoignez la révolution de l'offboarding durable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292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OmniLoop transforme chaque départ en opportunité circulaire — économiquement, socialement et environnementalement.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14  ·  Hackathon Innovation Durable  ·  Mars 2026  ·  Coach : Claire Carmen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omniloop.io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OmniLoop – Pitch Deck</dc:title>
  <dc:subject>PptxGenJS Presentation</dc:subject>
  <dc:creator>PptxGenJS</dc:creator>
  <cp:lastModifiedBy>PptxGenJS</cp:lastModifiedBy>
  <cp:revision>1</cp:revision>
  <dcterms:created xsi:type="dcterms:W3CDTF">2026-03-11T01:17:54Z</dcterms:created>
  <dcterms:modified xsi:type="dcterms:W3CDTF">2026-03-11T01:17:54Z</dcterms:modified>
</cp:coreProperties>
</file>