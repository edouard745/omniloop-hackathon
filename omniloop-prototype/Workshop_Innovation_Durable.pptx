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DURABLE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Design Thinking · Alternants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problème au pitch en une nuit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PROCESSUS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08760" cy="3200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960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20h50–21h30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914400"/>
            <a:ext cx="1508760" cy="3200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0515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2514600"/>
            <a:ext cx="960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651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22h35–22h45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914400"/>
            <a:ext cx="1508760" cy="32004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0515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2514600"/>
            <a:ext cx="960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651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23h00–23h30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914400"/>
            <a:ext cx="1508760" cy="3200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0515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068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0" y="2514600"/>
            <a:ext cx="960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651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00h10–00h40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914400"/>
            <a:ext cx="1508760" cy="32004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0515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32320" y="18288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2514600"/>
            <a:ext cx="9601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6517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00h40–03h30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92808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584448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76088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67728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· Innovation Durable · Hackathon Alternants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IDÉATION DU PROBLÈME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20h50 – 21h30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individuelle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943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participant note ses problèmes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post-it = 1 problème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&amp; clustering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828800"/>
            <a:ext cx="59436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3317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vos problèmes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Challengez ceux des autres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des liens et clusters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914400"/>
            <a:ext cx="2651760" cy="777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59436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3317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les clusters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importants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Correspondant aux besoins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PERSONA &amp; FORMULATION DU PROBLÈME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22h35 – 22h45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74904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813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Prénom &amp; âge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Lieu de vie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374904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334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Journée typique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95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Motivations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374904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8561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Frustrations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68680"/>
            <a:ext cx="4023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DU PROBLÈME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84048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pouvons-nous aider…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améliorer…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action 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384048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0368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 de…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accomplir quoi 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IDÉATION DE LA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23h00 – 23h30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777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individuelle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59436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participant note ses solutions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post-it = 1 solution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&amp; clustering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828800"/>
            <a:ext cx="59436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3317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vos solutions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Challengez celles des autres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des liens et clusters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9144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914400"/>
            <a:ext cx="2651760" cy="7772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594360" cy="38404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288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23317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les solutions qui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le mieux aux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vos utilisateurs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40916C">
              <a:alpha val="20000"/>
            </a:srgbClr>
          </a:solidFill>
          <a:ln w="12700">
            <a:solidFill>
              <a:srgbClr val="4091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PROPOSITION DE VALEUR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Ce que l'on conçoit bien s'énonce clairement,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les mots pour le dire arrivent aisément 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37160" cy="411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startup est…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457200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65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agence, association, service, produit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3716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328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532888"/>
            <a:ext cx="457200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532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métier / domaine d'activité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13716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98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 d'aider…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099816"/>
            <a:ext cx="457200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09981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/ utilisateurs cibles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1371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667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ont des difficultés avec…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666744"/>
            <a:ext cx="457200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66674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problèmes identifiés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137160" cy="411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336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4233672"/>
            <a:ext cx="457200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23367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bénéfice apporté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· PROTOTYPAGE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00h10 – 00h40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tester le plus simplement et rapidement possible 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65960"/>
            <a:ext cx="2651760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0574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individuelle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59436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432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Imaginer des stratégies de prototypage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post-it = 1 stratégie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65960"/>
            <a:ext cx="2651760" cy="6858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22192" y="20574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&amp; clustering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743200"/>
            <a:ext cx="59436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7432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vos stratégies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Challengez celles des autres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des clusters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96596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65960"/>
            <a:ext cx="2651760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56832" y="20574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59436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432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stratégie de prototypage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plus adaptée aux besoins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vos utilisateurs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· STRUCTURATION DU PITCH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00h40 – 03h30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965960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868680"/>
            <a:ext cx="196596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14630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68680"/>
            <a:ext cx="1965960" cy="502920"/>
          </a:xfrm>
          <a:prstGeom prst="rect">
            <a:avLst/>
          </a:prstGeom>
          <a:solidFill>
            <a:srgbClr val="40B4A6"/>
          </a:solidFill>
          <a:ln w="12700">
            <a:solidFill>
              <a:srgbClr val="4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14630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868680"/>
            <a:ext cx="1965960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71800"/>
            <a:ext cx="19659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9718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2971800"/>
            <a:ext cx="1965960" cy="502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51760" y="35661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71800"/>
            <a:ext cx="196596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00600" y="35661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12280" y="297180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2971800"/>
            <a:ext cx="1965960" cy="5029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35661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40916C">
              <a:alpha val="20000"/>
            </a:srgbClr>
          </a:solidFill>
          <a:ln w="12700">
            <a:solidFill>
              <a:srgbClr val="40916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2743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VOS MARQUES,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PRÊTS, INNOVEZ 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monde a besoin de solutions durables.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une nuit pour en trouver une.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931920"/>
            <a:ext cx="21031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931920"/>
            <a:ext cx="21031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3931920"/>
            <a:ext cx="21031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931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0644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Workbook Alternants Sustainable</dc:title>
  <dc:subject>PptxGenJS Presentation</dc:subject>
  <dc:creator>PptxGenJS</dc:creator>
  <cp:lastModifiedBy>PptxGenJS</cp:lastModifiedBy>
  <cp:revision>1</cp:revision>
  <dcterms:created xsi:type="dcterms:W3CDTF">2026-03-11T00:54:42Z</dcterms:created>
  <dcterms:modified xsi:type="dcterms:W3CDTF">2026-03-11T00:54:42Z</dcterms:modified>
</cp:coreProperties>
</file>